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DATA &amp; ML ENGINEERING</a:t>
            </a:r>
          </a:p>
          <a:p>
            <a:pPr>
              <a:spcBef>
                <a:spcPts val="1200"/>
              </a:spcBef>
              <a:defRPr sz="4200" b="1">
                <a:solidFill>
                  <a:srgbClr val="0F172A"/>
                </a:solidFill>
                <a:latin typeface="Segoe UI"/>
              </a:defRPr>
            </a:pPr>
            <a:r>
              <a:t>Material Deduplication &amp;</a:t>
            </a:r>
            <a:br/>
            <a:r>
              <a:t>Master Catalog Pipeline</a:t>
            </a:r>
          </a:p>
          <a:p>
            <a:pPr>
              <a:spcBef>
                <a:spcPts val="1600"/>
              </a:spcBef>
              <a:defRPr sz="1600">
                <a:solidFill>
                  <a:srgbClr val="64748B"/>
                </a:solidFill>
                <a:latin typeface="Segoe UI"/>
              </a:defRPr>
            </a:pPr>
            <a:r>
              <a:t>Automated candidate blocking, fuzzy clustering, and canonical code assignment.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303520"/>
            <a:ext cx="103601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100,011 Raw Records  ➔  332 Master Materials  |  99.67% Compression  |  Runtime: 2.4s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SCALE &amp; COMPRESSION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Transformation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BEFORE</a:t>
            </a:r>
          </a:p>
          <a:p>
            <a:pPr>
              <a:defRPr sz="5400" b="1">
                <a:solidFill>
                  <a:srgbClr val="0F172A"/>
                </a:solidFill>
              </a:defRPr>
            </a:pPr>
            <a:r>
              <a:t>100,011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Raw material records across 6 categories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Severe catalog fragmentation from free-text entries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Typographical errors and symbol variations ('×' vs 'x')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Reversed word orders ('Cotton jersey' vs 'Jersey cotton')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Fragmented bulk purchasing orders across factories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AFTER</a:t>
            </a:r>
          </a:p>
          <a:p>
            <a:pPr>
              <a:defRPr sz="5400" b="1">
                <a:solidFill>
                  <a:srgbClr val="059669"/>
                </a:solidFill>
              </a:defRPr>
            </a:pPr>
            <a:r>
              <a:t>332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Canonical master material items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99.67% total catalog consolidation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99,679 redundant duplicate rows resolved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Single standardized code assigned per cluster (FAB-000001)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 Complete backward traceability to original legacy 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BUSINESS RULE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Decoupling Colour from Material 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Engineering Principle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Material Identity is Constant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A 100% Cotton Single Jersey fabric has the exact same yarn construction, weight, and supplier cost base whether dyed Navy, Coral, or Black.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Zero SKU Code Suffixes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We deliberately do NOT generate SKU suffixes (e.g. no FAB-000001-NAV). Every record in the cluster receives the identical Master Code.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Preventing Artificial Sprawl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Splitting by color would turn 1 material with 20 colors into 20 master items, destroying procurement leverage.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How Inventory Traceability Works</a:t>
            </a:r>
          </a:p>
          <a:p>
            <a:pPr>
              <a:spcBef>
                <a:spcPts val="1200"/>
              </a:spcBef>
              <a:defRPr sz="1200" b="1">
                <a:solidFill>
                  <a:srgbClr val="059669"/>
                </a:solidFill>
              </a:defRPr>
            </a:pPr>
            <a:r>
              <a:t>Zero Data Loss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Original raw codes and color values remain 100% intact in the curated datasets.</a:t>
            </a:r>
          </a:p>
          <a:p>
            <a:pPr>
              <a:spcBef>
                <a:spcPts val="1200"/>
              </a:spcBef>
              <a:defRPr sz="1200" b="1">
                <a:solidFill>
                  <a:srgbClr val="059669"/>
                </a:solidFill>
              </a:defRPr>
            </a:pPr>
            <a:r>
              <a:t>Color as Metadata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All unique colors in a cluster are captured as a clean reference string ('NAVY, BLACK, WHITE...') for warehouse reference.</a:t>
            </a:r>
          </a:p>
          <a:p>
            <a:pPr>
              <a:spcBef>
                <a:spcPts val="1200"/>
              </a:spcBef>
              <a:defRPr sz="1200" b="1">
                <a:solidFill>
                  <a:srgbClr val="059669"/>
                </a:solidFill>
              </a:defRPr>
            </a:pPr>
            <a:r>
              <a:t>Bidirectional Traceability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A single master code maps instantly to all underlying legacy ERP items and warehouse batch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WORKFLOW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4-Stage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057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Partition by Category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category_&lt;slug&gt;.csv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Isolates Fabric, Trim, Thread, etc. into separate files to guarantee zero cross-category false 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423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03120"/>
            <a:ext cx="2057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Text Normalization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In-Memory Preprocessing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Lowercase, standard symbol expansion ('&amp;' -&gt; 'and', '×' -&gt; 'x'), punctuation removal, and alphabetical token sorting.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23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2057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DSU Fuzzy Clustering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clustered_&lt;slug&gt;.csv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Inverted index candidate blocking, RapidFuzz Levenshtein (&gt;= 0.85), and Disjoint Set Union (DSU) graph clustering.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423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03120"/>
            <a:ext cx="2057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Master Catalog Export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unique_master_&lt;slug&gt;.csv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Rolls up clusters into strictly 1 row per master code with standardized 6-column schema.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EFFICIENCY &amp; SCALABILITY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High-Performance Algorithmic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Avoiding O(N²) Quadratic Blowup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String Aggregation First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Rows are first aggregated by unique normalized string. In Fabric, 40,004 rows collapse down to just 170 strings.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Inverted Index Token Blocking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Partitions with &gt; 600 unique names block on tokens (&gt;= 3 chars) and 4-char prefixes to compare only plausible pairs.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Length-Ratio Pre-Filter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Cheap filter: min(|s1|, |s2|) / max(|s1|, |s2|) &gt;= threshold drops non-matching candidates before Levenshtein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Fuzzy Scoring &amp; Graph Clustering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RapidFuzz C++ Engine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Evaluates normalized Levenshtein similarity maxed with token_sort_ratio for high precision.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Calibrated Threshold (&gt;= 0.85)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Enforces strict &gt;= 0.85 cutoff. Accurately merges genuine typos while rejecting distinct material specs.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Disjoint Set Union (DSU)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Graph clustering with path compression and union-by-rank partitions clusters in near-linear O(alpha(V)) time.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2.4s Full Batch Runtime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The entire deduplication pipeline processes 100,011 rows across all 6 categories in 2.4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VERIFICATION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Quality Audit: Zero Clustering Defects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Mathematical Verification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Zero Transitive Chaining Errors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Transitive drift occurs when A matches B and B matches C, but A and C are unrelated. Our pairwise audit confirmed 0 chaining errors across all 332 clusters.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Stable Cluster Boundaries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Only 2 variants in the entire catalog scored in the borderline zone (0.85 - 0.88). All other fuzzy merges scored &gt;= 0.92.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</a:defRPr>
            </a:pPr>
            <a:r>
              <a:t>100% Record Conservation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Automated assertions verified that cluster counts sum exactly to 100,011 rows. Zero dropped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Real Merged Cluster Examples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FAB-000001 (1,858 rows)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'Cotton single jersey' (1,827 rows) merged with abbreviation 'Ctn single jersey' (31 rows). Score: 0.9189.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FAB-000006 (1,980 rows)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'Cotton elastane rib 2x2' (1,945 rows) merged with 'Ctn elastane rib 2x2' (35 rows). Score: 0.9302.</a:t>
            </a:r>
          </a:p>
          <a:p>
            <a:pPr>
              <a:spcBef>
                <a:spcPts val="1000"/>
              </a:spcBef>
              <a:defRPr sz="1200" b="1">
                <a:solidFill>
                  <a:srgbClr val="059669"/>
                </a:solidFill>
              </a:defRPr>
            </a:pPr>
            <a:r>
              <a:t>FAB-000016 (1,916 rows)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'Cotton poplin shirting' (1,879 rows) merged with 'Ctn poplin shirting' (37 rows). Score: 0.9268.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FINAL METRICS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Consolidation Results by Category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039112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Raw Records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Unique Masters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Duplicates Solved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Reduction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Fabric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40,004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39,920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99.79%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Thread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14,001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13,968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99.76%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11,969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Packaging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9,970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Uncategorized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100,011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99,679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99.67%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